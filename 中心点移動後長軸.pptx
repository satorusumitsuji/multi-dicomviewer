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114" y="7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14BA0E-2DE7-D9D3-0EC8-EB7C83059B8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1C40490-DF44-2D6B-9DE7-5EC07199CC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DE0ACF3-529C-6E63-5B22-F8FD02A8FC67}"/>
              </a:ext>
            </a:extLst>
          </p:cNvPr>
          <p:cNvSpPr>
            <a:spLocks noGrp="1"/>
          </p:cNvSpPr>
          <p:nvPr>
            <p:ph type="dt" sz="half" idx="10"/>
          </p:nvPr>
        </p:nvSpPr>
        <p:spPr/>
        <p:txBody>
          <a:bodyPr/>
          <a:lstStyle/>
          <a:p>
            <a:fld id="{4360FB07-A13D-4723-8551-3ADE4019C7AE}" type="datetimeFigureOut">
              <a:rPr kumimoji="1" lang="ja-JP" altLang="en-US" smtClean="0"/>
              <a:t>2026/5/26</a:t>
            </a:fld>
            <a:endParaRPr kumimoji="1" lang="ja-JP" altLang="en-US"/>
          </a:p>
        </p:txBody>
      </p:sp>
      <p:sp>
        <p:nvSpPr>
          <p:cNvPr id="5" name="フッター プレースホルダー 4">
            <a:extLst>
              <a:ext uri="{FF2B5EF4-FFF2-40B4-BE49-F238E27FC236}">
                <a16:creationId xmlns:a16="http://schemas.microsoft.com/office/drawing/2014/main" id="{DB6D08B8-A631-A05E-43EC-5CB5F30CFAC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5F23052-0BBE-7712-257F-169F39E2498B}"/>
              </a:ext>
            </a:extLst>
          </p:cNvPr>
          <p:cNvSpPr>
            <a:spLocks noGrp="1"/>
          </p:cNvSpPr>
          <p:nvPr>
            <p:ph type="sldNum" sz="quarter" idx="12"/>
          </p:nvPr>
        </p:nvSpPr>
        <p:spPr/>
        <p:txBody>
          <a:body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453422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5551E2-3F35-65C6-30E0-89ED688F22B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BBA3568-93CD-CF93-CBDA-C6BF33E6AF9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AB4354C-C1EB-65FF-9970-3B33F6426A02}"/>
              </a:ext>
            </a:extLst>
          </p:cNvPr>
          <p:cNvSpPr>
            <a:spLocks noGrp="1"/>
          </p:cNvSpPr>
          <p:nvPr>
            <p:ph type="dt" sz="half" idx="10"/>
          </p:nvPr>
        </p:nvSpPr>
        <p:spPr/>
        <p:txBody>
          <a:bodyPr/>
          <a:lstStyle/>
          <a:p>
            <a:fld id="{4360FB07-A13D-4723-8551-3ADE4019C7AE}" type="datetimeFigureOut">
              <a:rPr kumimoji="1" lang="ja-JP" altLang="en-US" smtClean="0"/>
              <a:t>2026/5/26</a:t>
            </a:fld>
            <a:endParaRPr kumimoji="1" lang="ja-JP" altLang="en-US"/>
          </a:p>
        </p:txBody>
      </p:sp>
      <p:sp>
        <p:nvSpPr>
          <p:cNvPr id="5" name="フッター プレースホルダー 4">
            <a:extLst>
              <a:ext uri="{FF2B5EF4-FFF2-40B4-BE49-F238E27FC236}">
                <a16:creationId xmlns:a16="http://schemas.microsoft.com/office/drawing/2014/main" id="{7F58633C-EA28-5833-2184-3CA6BE56A3A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4D9A7FE-0DC0-C3B0-18D4-EACA3F3438BC}"/>
              </a:ext>
            </a:extLst>
          </p:cNvPr>
          <p:cNvSpPr>
            <a:spLocks noGrp="1"/>
          </p:cNvSpPr>
          <p:nvPr>
            <p:ph type="sldNum" sz="quarter" idx="12"/>
          </p:nvPr>
        </p:nvSpPr>
        <p:spPr/>
        <p:txBody>
          <a:body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251146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EC169-37D4-45CC-8E34-2BB97447FC9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DB44309-FF6C-BCD4-B95C-82FEB61C29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456197E-2C79-FF48-1764-AA52141545C1}"/>
              </a:ext>
            </a:extLst>
          </p:cNvPr>
          <p:cNvSpPr>
            <a:spLocks noGrp="1"/>
          </p:cNvSpPr>
          <p:nvPr>
            <p:ph type="dt" sz="half" idx="10"/>
          </p:nvPr>
        </p:nvSpPr>
        <p:spPr/>
        <p:txBody>
          <a:bodyPr/>
          <a:lstStyle/>
          <a:p>
            <a:fld id="{4360FB07-A13D-4723-8551-3ADE4019C7AE}" type="datetimeFigureOut">
              <a:rPr kumimoji="1" lang="ja-JP" altLang="en-US" smtClean="0"/>
              <a:t>2026/5/26</a:t>
            </a:fld>
            <a:endParaRPr kumimoji="1" lang="ja-JP" altLang="en-US"/>
          </a:p>
        </p:txBody>
      </p:sp>
      <p:sp>
        <p:nvSpPr>
          <p:cNvPr id="5" name="フッター プレースホルダー 4">
            <a:extLst>
              <a:ext uri="{FF2B5EF4-FFF2-40B4-BE49-F238E27FC236}">
                <a16:creationId xmlns:a16="http://schemas.microsoft.com/office/drawing/2014/main" id="{CF912208-A0D1-1A30-5B0F-F731A56B02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394C7FC-8D50-5C0D-B66B-1B5260A1C791}"/>
              </a:ext>
            </a:extLst>
          </p:cNvPr>
          <p:cNvSpPr>
            <a:spLocks noGrp="1"/>
          </p:cNvSpPr>
          <p:nvPr>
            <p:ph type="sldNum" sz="quarter" idx="12"/>
          </p:nvPr>
        </p:nvSpPr>
        <p:spPr/>
        <p:txBody>
          <a:body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692291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324AF4-F183-A633-252D-EDA5833DE17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AEF41F3-B8AE-80A8-2AA5-DB9C13580F2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EC43D98-7295-F003-C9DB-F4DB566FE8D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A1AED95-9691-90D1-F530-F87BA943A36C}"/>
              </a:ext>
            </a:extLst>
          </p:cNvPr>
          <p:cNvSpPr>
            <a:spLocks noGrp="1"/>
          </p:cNvSpPr>
          <p:nvPr>
            <p:ph type="dt" sz="half" idx="10"/>
          </p:nvPr>
        </p:nvSpPr>
        <p:spPr/>
        <p:txBody>
          <a:bodyPr/>
          <a:lstStyle/>
          <a:p>
            <a:fld id="{4360FB07-A13D-4723-8551-3ADE4019C7AE}" type="datetimeFigureOut">
              <a:rPr kumimoji="1" lang="ja-JP" altLang="en-US" smtClean="0"/>
              <a:t>2026/5/26</a:t>
            </a:fld>
            <a:endParaRPr kumimoji="1" lang="ja-JP" altLang="en-US"/>
          </a:p>
        </p:txBody>
      </p:sp>
      <p:sp>
        <p:nvSpPr>
          <p:cNvPr id="6" name="フッター プレースホルダー 5">
            <a:extLst>
              <a:ext uri="{FF2B5EF4-FFF2-40B4-BE49-F238E27FC236}">
                <a16:creationId xmlns:a16="http://schemas.microsoft.com/office/drawing/2014/main" id="{1581A44C-FC54-6A52-6B70-4672DE192BF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F01F291-EF73-DD8C-4FC1-9DA5D951817A}"/>
              </a:ext>
            </a:extLst>
          </p:cNvPr>
          <p:cNvSpPr>
            <a:spLocks noGrp="1"/>
          </p:cNvSpPr>
          <p:nvPr>
            <p:ph type="sldNum" sz="quarter" idx="12"/>
          </p:nvPr>
        </p:nvSpPr>
        <p:spPr/>
        <p:txBody>
          <a:body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1510678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4FAC20-182A-A68A-AF43-600DC82A744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4BE39C9-2574-C28E-AF5C-FF2201F0C2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7725D04-0FD2-5604-017D-ECFDFBDE567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C882E39-7A3B-0C43-5E5D-327C2D8093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7924327-2105-F549-BD46-AC56B23FA85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63A29B2-4F83-0DCC-D6E7-76AE56D65501}"/>
              </a:ext>
            </a:extLst>
          </p:cNvPr>
          <p:cNvSpPr>
            <a:spLocks noGrp="1"/>
          </p:cNvSpPr>
          <p:nvPr>
            <p:ph type="dt" sz="half" idx="10"/>
          </p:nvPr>
        </p:nvSpPr>
        <p:spPr/>
        <p:txBody>
          <a:bodyPr/>
          <a:lstStyle/>
          <a:p>
            <a:fld id="{4360FB07-A13D-4723-8551-3ADE4019C7AE}" type="datetimeFigureOut">
              <a:rPr kumimoji="1" lang="ja-JP" altLang="en-US" smtClean="0"/>
              <a:t>2026/5/26</a:t>
            </a:fld>
            <a:endParaRPr kumimoji="1" lang="ja-JP" altLang="en-US"/>
          </a:p>
        </p:txBody>
      </p:sp>
      <p:sp>
        <p:nvSpPr>
          <p:cNvPr id="8" name="フッター プレースホルダー 7">
            <a:extLst>
              <a:ext uri="{FF2B5EF4-FFF2-40B4-BE49-F238E27FC236}">
                <a16:creationId xmlns:a16="http://schemas.microsoft.com/office/drawing/2014/main" id="{BB0824AC-83E3-EB52-F5CE-EB285C605BB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40BBD8D-CA0E-D412-9998-DD1E5D29B739}"/>
              </a:ext>
            </a:extLst>
          </p:cNvPr>
          <p:cNvSpPr>
            <a:spLocks noGrp="1"/>
          </p:cNvSpPr>
          <p:nvPr>
            <p:ph type="sldNum" sz="quarter" idx="12"/>
          </p:nvPr>
        </p:nvSpPr>
        <p:spPr/>
        <p:txBody>
          <a:body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1533000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C1CF9F-13BC-CC09-BAF5-547402D2DEE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22CC0F2-2587-54BF-0BA1-A209F0D9747D}"/>
              </a:ext>
            </a:extLst>
          </p:cNvPr>
          <p:cNvSpPr>
            <a:spLocks noGrp="1"/>
          </p:cNvSpPr>
          <p:nvPr>
            <p:ph type="dt" sz="half" idx="10"/>
          </p:nvPr>
        </p:nvSpPr>
        <p:spPr/>
        <p:txBody>
          <a:bodyPr/>
          <a:lstStyle/>
          <a:p>
            <a:fld id="{4360FB07-A13D-4723-8551-3ADE4019C7AE}" type="datetimeFigureOut">
              <a:rPr kumimoji="1" lang="ja-JP" altLang="en-US" smtClean="0"/>
              <a:t>2026/5/26</a:t>
            </a:fld>
            <a:endParaRPr kumimoji="1" lang="ja-JP" altLang="en-US"/>
          </a:p>
        </p:txBody>
      </p:sp>
      <p:sp>
        <p:nvSpPr>
          <p:cNvPr id="4" name="フッター プレースホルダー 3">
            <a:extLst>
              <a:ext uri="{FF2B5EF4-FFF2-40B4-BE49-F238E27FC236}">
                <a16:creationId xmlns:a16="http://schemas.microsoft.com/office/drawing/2014/main" id="{5916D540-7CDE-ECBC-5131-ABD30DD5A81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FAAE71B-F039-D6F3-9EA2-25EDD2225EF2}"/>
              </a:ext>
            </a:extLst>
          </p:cNvPr>
          <p:cNvSpPr>
            <a:spLocks noGrp="1"/>
          </p:cNvSpPr>
          <p:nvPr>
            <p:ph type="sldNum" sz="quarter" idx="12"/>
          </p:nvPr>
        </p:nvSpPr>
        <p:spPr/>
        <p:txBody>
          <a:body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2474673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264B70C-B391-1B80-59DB-030334943656}"/>
              </a:ext>
            </a:extLst>
          </p:cNvPr>
          <p:cNvSpPr>
            <a:spLocks noGrp="1"/>
          </p:cNvSpPr>
          <p:nvPr>
            <p:ph type="dt" sz="half" idx="10"/>
          </p:nvPr>
        </p:nvSpPr>
        <p:spPr/>
        <p:txBody>
          <a:bodyPr/>
          <a:lstStyle/>
          <a:p>
            <a:fld id="{4360FB07-A13D-4723-8551-3ADE4019C7AE}" type="datetimeFigureOut">
              <a:rPr kumimoji="1" lang="ja-JP" altLang="en-US" smtClean="0"/>
              <a:t>2026/5/26</a:t>
            </a:fld>
            <a:endParaRPr kumimoji="1" lang="ja-JP" altLang="en-US"/>
          </a:p>
        </p:txBody>
      </p:sp>
      <p:sp>
        <p:nvSpPr>
          <p:cNvPr id="3" name="フッター プレースホルダー 2">
            <a:extLst>
              <a:ext uri="{FF2B5EF4-FFF2-40B4-BE49-F238E27FC236}">
                <a16:creationId xmlns:a16="http://schemas.microsoft.com/office/drawing/2014/main" id="{5F3C6761-01E0-144C-4C93-418E911DCE8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0F92D34-C51D-34EB-B455-CF16386FDED2}"/>
              </a:ext>
            </a:extLst>
          </p:cNvPr>
          <p:cNvSpPr>
            <a:spLocks noGrp="1"/>
          </p:cNvSpPr>
          <p:nvPr>
            <p:ph type="sldNum" sz="quarter" idx="12"/>
          </p:nvPr>
        </p:nvSpPr>
        <p:spPr/>
        <p:txBody>
          <a:body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2071793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A11221-C2A2-E283-4567-6EF1DA33D47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FD22B93-1FE3-AF22-D719-EB55B69F7A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0B758D1-DE00-CFF3-CE36-2654FD7B17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BAB63DF-7186-0E5F-69CB-0BEE723CBC15}"/>
              </a:ext>
            </a:extLst>
          </p:cNvPr>
          <p:cNvSpPr>
            <a:spLocks noGrp="1"/>
          </p:cNvSpPr>
          <p:nvPr>
            <p:ph type="dt" sz="half" idx="10"/>
          </p:nvPr>
        </p:nvSpPr>
        <p:spPr/>
        <p:txBody>
          <a:bodyPr/>
          <a:lstStyle/>
          <a:p>
            <a:fld id="{4360FB07-A13D-4723-8551-3ADE4019C7AE}" type="datetimeFigureOut">
              <a:rPr kumimoji="1" lang="ja-JP" altLang="en-US" smtClean="0"/>
              <a:t>2026/5/26</a:t>
            </a:fld>
            <a:endParaRPr kumimoji="1" lang="ja-JP" altLang="en-US"/>
          </a:p>
        </p:txBody>
      </p:sp>
      <p:sp>
        <p:nvSpPr>
          <p:cNvPr id="6" name="フッター プレースホルダー 5">
            <a:extLst>
              <a:ext uri="{FF2B5EF4-FFF2-40B4-BE49-F238E27FC236}">
                <a16:creationId xmlns:a16="http://schemas.microsoft.com/office/drawing/2014/main" id="{A5579C70-D26F-0E90-8F11-42E95643B7E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A789473-D556-C198-1E57-211D11D2D184}"/>
              </a:ext>
            </a:extLst>
          </p:cNvPr>
          <p:cNvSpPr>
            <a:spLocks noGrp="1"/>
          </p:cNvSpPr>
          <p:nvPr>
            <p:ph type="sldNum" sz="quarter" idx="12"/>
          </p:nvPr>
        </p:nvSpPr>
        <p:spPr/>
        <p:txBody>
          <a:body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34088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B44393-097D-C3C7-C09D-5868E59D35E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28D1088-5EA7-E07B-1B8C-F75105CF52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AEAF27D-9414-0149-6047-9186E967BC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F670EF0-B145-97D6-7BAF-DE3CBB9C7817}"/>
              </a:ext>
            </a:extLst>
          </p:cNvPr>
          <p:cNvSpPr>
            <a:spLocks noGrp="1"/>
          </p:cNvSpPr>
          <p:nvPr>
            <p:ph type="dt" sz="half" idx="10"/>
          </p:nvPr>
        </p:nvSpPr>
        <p:spPr/>
        <p:txBody>
          <a:bodyPr/>
          <a:lstStyle/>
          <a:p>
            <a:fld id="{4360FB07-A13D-4723-8551-3ADE4019C7AE}" type="datetimeFigureOut">
              <a:rPr kumimoji="1" lang="ja-JP" altLang="en-US" smtClean="0"/>
              <a:t>2026/5/26</a:t>
            </a:fld>
            <a:endParaRPr kumimoji="1" lang="ja-JP" altLang="en-US"/>
          </a:p>
        </p:txBody>
      </p:sp>
      <p:sp>
        <p:nvSpPr>
          <p:cNvPr id="6" name="フッター プレースホルダー 5">
            <a:extLst>
              <a:ext uri="{FF2B5EF4-FFF2-40B4-BE49-F238E27FC236}">
                <a16:creationId xmlns:a16="http://schemas.microsoft.com/office/drawing/2014/main" id="{9050507C-EC61-89DB-D78A-A7BF172A4B4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02521BD-E6E2-78BD-678C-6802EBF999B3}"/>
              </a:ext>
            </a:extLst>
          </p:cNvPr>
          <p:cNvSpPr>
            <a:spLocks noGrp="1"/>
          </p:cNvSpPr>
          <p:nvPr>
            <p:ph type="sldNum" sz="quarter" idx="12"/>
          </p:nvPr>
        </p:nvSpPr>
        <p:spPr/>
        <p:txBody>
          <a:body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116407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4809E5-4023-5ACD-D523-ADD7E853FB8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0001C39-11DA-2153-CB78-1BA419AE6AD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11B7A4D-E380-5071-0D7A-5398351FDC89}"/>
              </a:ext>
            </a:extLst>
          </p:cNvPr>
          <p:cNvSpPr>
            <a:spLocks noGrp="1"/>
          </p:cNvSpPr>
          <p:nvPr>
            <p:ph type="dt" sz="half" idx="10"/>
          </p:nvPr>
        </p:nvSpPr>
        <p:spPr/>
        <p:txBody>
          <a:bodyPr/>
          <a:lstStyle/>
          <a:p>
            <a:fld id="{4360FB07-A13D-4723-8551-3ADE4019C7AE}" type="datetimeFigureOut">
              <a:rPr kumimoji="1" lang="ja-JP" altLang="en-US" smtClean="0"/>
              <a:t>2026/5/26</a:t>
            </a:fld>
            <a:endParaRPr kumimoji="1" lang="ja-JP" altLang="en-US"/>
          </a:p>
        </p:txBody>
      </p:sp>
      <p:sp>
        <p:nvSpPr>
          <p:cNvPr id="5" name="フッター プレースホルダー 4">
            <a:extLst>
              <a:ext uri="{FF2B5EF4-FFF2-40B4-BE49-F238E27FC236}">
                <a16:creationId xmlns:a16="http://schemas.microsoft.com/office/drawing/2014/main" id="{F831A6FF-C02E-2740-7D43-54C688BEEF0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7165410-3C70-2680-4B3A-7586723A2551}"/>
              </a:ext>
            </a:extLst>
          </p:cNvPr>
          <p:cNvSpPr>
            <a:spLocks noGrp="1"/>
          </p:cNvSpPr>
          <p:nvPr>
            <p:ph type="sldNum" sz="quarter" idx="12"/>
          </p:nvPr>
        </p:nvSpPr>
        <p:spPr/>
        <p:txBody>
          <a:body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1770743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67D8492-E800-BD66-CE79-EAC9B922884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FEFFAF3-BF72-2775-559E-B8F140CDAEEE}"/>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0FCF0E9-6D1C-CC22-7F5B-6C13304EBC92}"/>
              </a:ext>
            </a:extLst>
          </p:cNvPr>
          <p:cNvSpPr>
            <a:spLocks noGrp="1"/>
          </p:cNvSpPr>
          <p:nvPr>
            <p:ph type="dt" sz="half" idx="10"/>
          </p:nvPr>
        </p:nvSpPr>
        <p:spPr/>
        <p:txBody>
          <a:bodyPr/>
          <a:lstStyle/>
          <a:p>
            <a:fld id="{4360FB07-A13D-4723-8551-3ADE4019C7AE}" type="datetimeFigureOut">
              <a:rPr kumimoji="1" lang="ja-JP" altLang="en-US" smtClean="0"/>
              <a:t>2026/5/26</a:t>
            </a:fld>
            <a:endParaRPr kumimoji="1" lang="ja-JP" altLang="en-US"/>
          </a:p>
        </p:txBody>
      </p:sp>
      <p:sp>
        <p:nvSpPr>
          <p:cNvPr id="5" name="フッター プレースホルダー 4">
            <a:extLst>
              <a:ext uri="{FF2B5EF4-FFF2-40B4-BE49-F238E27FC236}">
                <a16:creationId xmlns:a16="http://schemas.microsoft.com/office/drawing/2014/main" id="{1C4F7E9D-2B22-2B16-FF70-68D9ED64033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501A231-C8ED-0A9D-7F2B-66EB0F6334C3}"/>
              </a:ext>
            </a:extLst>
          </p:cNvPr>
          <p:cNvSpPr>
            <a:spLocks noGrp="1"/>
          </p:cNvSpPr>
          <p:nvPr>
            <p:ph type="sldNum" sz="quarter" idx="12"/>
          </p:nvPr>
        </p:nvSpPr>
        <p:spPr/>
        <p:txBody>
          <a:body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3300990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5F504C6-75C2-F186-BDA3-5728006971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7467ED8-6F80-83BF-9973-985AD35270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DDA0EC5-8ADD-FA0F-B02C-7DECADFBE3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60FB07-A13D-4723-8551-3ADE4019C7AE}" type="datetimeFigureOut">
              <a:rPr kumimoji="1" lang="ja-JP" altLang="en-US" smtClean="0"/>
              <a:t>2026/5/26</a:t>
            </a:fld>
            <a:endParaRPr kumimoji="1" lang="ja-JP" altLang="en-US"/>
          </a:p>
        </p:txBody>
      </p:sp>
      <p:sp>
        <p:nvSpPr>
          <p:cNvPr id="5" name="フッター プレースホルダー 4">
            <a:extLst>
              <a:ext uri="{FF2B5EF4-FFF2-40B4-BE49-F238E27FC236}">
                <a16:creationId xmlns:a16="http://schemas.microsoft.com/office/drawing/2014/main" id="{3775D3B7-1D88-C8C7-02E8-6BF011EC53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2B5321B-8EF9-4F1F-9F3C-A42B40F919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264C2D-722F-45C0-93E7-CC170E6AE220}" type="slidenum">
              <a:rPr kumimoji="1" lang="ja-JP" altLang="en-US" smtClean="0"/>
              <a:t>‹#›</a:t>
            </a:fld>
            <a:endParaRPr kumimoji="1" lang="ja-JP" altLang="en-US"/>
          </a:p>
        </p:txBody>
      </p:sp>
    </p:spTree>
    <p:extLst>
      <p:ext uri="{BB962C8B-B14F-4D97-AF65-F5344CB8AC3E}">
        <p14:creationId xmlns:p14="http://schemas.microsoft.com/office/powerpoint/2010/main" val="2583413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E6011F09-E64F-7435-972D-C61E409BDFC4}"/>
              </a:ext>
            </a:extLst>
          </p:cNvPr>
          <p:cNvGrpSpPr/>
          <p:nvPr/>
        </p:nvGrpSpPr>
        <p:grpSpPr>
          <a:xfrm>
            <a:off x="0" y="288470"/>
            <a:ext cx="12192000" cy="6281061"/>
            <a:chOff x="0" y="0"/>
            <a:chExt cx="12192000" cy="6281061"/>
          </a:xfrm>
        </p:grpSpPr>
        <p:grpSp>
          <p:nvGrpSpPr>
            <p:cNvPr id="14" name="グループ化 13">
              <a:extLst>
                <a:ext uri="{FF2B5EF4-FFF2-40B4-BE49-F238E27FC236}">
                  <a16:creationId xmlns:a16="http://schemas.microsoft.com/office/drawing/2014/main" id="{56CDA38B-85EE-182E-46F5-E00118843DFE}"/>
                </a:ext>
              </a:extLst>
            </p:cNvPr>
            <p:cNvGrpSpPr/>
            <p:nvPr/>
          </p:nvGrpSpPr>
          <p:grpSpPr>
            <a:xfrm>
              <a:off x="0" y="0"/>
              <a:ext cx="12170419" cy="2965837"/>
              <a:chOff x="0" y="0"/>
              <a:chExt cx="11800629" cy="2875722"/>
            </a:xfrm>
          </p:grpSpPr>
          <p:pic>
            <p:nvPicPr>
              <p:cNvPr id="7" name="図 6">
                <a:extLst>
                  <a:ext uri="{FF2B5EF4-FFF2-40B4-BE49-F238E27FC236}">
                    <a16:creationId xmlns:a16="http://schemas.microsoft.com/office/drawing/2014/main" id="{ED8C2CA8-6BCA-DCBA-D61C-63F5194D1FA6}"/>
                  </a:ext>
                </a:extLst>
              </p:cNvPr>
              <p:cNvPicPr>
                <a:picLocks noChangeAspect="1"/>
              </p:cNvPicPr>
              <p:nvPr/>
            </p:nvPicPr>
            <p:blipFill>
              <a:blip r:embed="rId2"/>
              <a:srcRect l="1780"/>
              <a:stretch>
                <a:fillRect/>
              </a:stretch>
            </p:blipFill>
            <p:spPr>
              <a:xfrm>
                <a:off x="0" y="0"/>
                <a:ext cx="2948176" cy="2862470"/>
              </a:xfrm>
              <a:prstGeom prst="rect">
                <a:avLst/>
              </a:prstGeom>
            </p:spPr>
          </p:pic>
          <p:pic>
            <p:nvPicPr>
              <p:cNvPr id="9" name="図 8">
                <a:extLst>
                  <a:ext uri="{FF2B5EF4-FFF2-40B4-BE49-F238E27FC236}">
                    <a16:creationId xmlns:a16="http://schemas.microsoft.com/office/drawing/2014/main" id="{18C84EA7-F3D4-1CC9-DB20-92C632290782}"/>
                  </a:ext>
                </a:extLst>
              </p:cNvPr>
              <p:cNvPicPr>
                <a:picLocks noChangeAspect="1"/>
              </p:cNvPicPr>
              <p:nvPr/>
            </p:nvPicPr>
            <p:blipFill>
              <a:blip r:embed="rId3"/>
              <a:stretch>
                <a:fillRect/>
              </a:stretch>
            </p:blipFill>
            <p:spPr>
              <a:xfrm>
                <a:off x="2948176" y="0"/>
                <a:ext cx="2935357" cy="2862470"/>
              </a:xfrm>
              <a:prstGeom prst="rect">
                <a:avLst/>
              </a:prstGeom>
            </p:spPr>
          </p:pic>
          <p:pic>
            <p:nvPicPr>
              <p:cNvPr id="11" name="図 10">
                <a:extLst>
                  <a:ext uri="{FF2B5EF4-FFF2-40B4-BE49-F238E27FC236}">
                    <a16:creationId xmlns:a16="http://schemas.microsoft.com/office/drawing/2014/main" id="{57C827A4-71C2-3D0D-0C91-8DE23232DA56}"/>
                  </a:ext>
                </a:extLst>
              </p:cNvPr>
              <p:cNvPicPr>
                <a:picLocks noChangeAspect="1"/>
              </p:cNvPicPr>
              <p:nvPr/>
            </p:nvPicPr>
            <p:blipFill>
              <a:blip r:embed="rId4"/>
              <a:stretch>
                <a:fillRect/>
              </a:stretch>
            </p:blipFill>
            <p:spPr>
              <a:xfrm>
                <a:off x="5883533" y="0"/>
                <a:ext cx="2975113" cy="2875722"/>
              </a:xfrm>
              <a:prstGeom prst="rect">
                <a:avLst/>
              </a:prstGeom>
            </p:spPr>
          </p:pic>
          <p:pic>
            <p:nvPicPr>
              <p:cNvPr id="13" name="図 12">
                <a:extLst>
                  <a:ext uri="{FF2B5EF4-FFF2-40B4-BE49-F238E27FC236}">
                    <a16:creationId xmlns:a16="http://schemas.microsoft.com/office/drawing/2014/main" id="{711523DD-4235-CC37-2B98-398024277CE3}"/>
                  </a:ext>
                </a:extLst>
              </p:cNvPr>
              <p:cNvPicPr>
                <a:picLocks noChangeAspect="1"/>
              </p:cNvPicPr>
              <p:nvPr/>
            </p:nvPicPr>
            <p:blipFill>
              <a:blip r:embed="rId5"/>
              <a:srcRect t="-1" b="1144"/>
              <a:stretch>
                <a:fillRect/>
              </a:stretch>
            </p:blipFill>
            <p:spPr>
              <a:xfrm>
                <a:off x="8858646" y="0"/>
                <a:ext cx="2941983" cy="2862470"/>
              </a:xfrm>
              <a:prstGeom prst="rect">
                <a:avLst/>
              </a:prstGeom>
            </p:spPr>
          </p:pic>
        </p:grpSp>
        <p:pic>
          <p:nvPicPr>
            <p:cNvPr id="5" name="図 4">
              <a:extLst>
                <a:ext uri="{FF2B5EF4-FFF2-40B4-BE49-F238E27FC236}">
                  <a16:creationId xmlns:a16="http://schemas.microsoft.com/office/drawing/2014/main" id="{58656096-0064-3D00-F956-4A55C917FD76}"/>
                </a:ext>
              </a:extLst>
            </p:cNvPr>
            <p:cNvPicPr>
              <a:picLocks noChangeAspect="1"/>
            </p:cNvPicPr>
            <p:nvPr/>
          </p:nvPicPr>
          <p:blipFill>
            <a:blip r:embed="rId6"/>
            <a:srcRect t="1466"/>
            <a:stretch>
              <a:fillRect/>
            </a:stretch>
          </p:blipFill>
          <p:spPr>
            <a:xfrm>
              <a:off x="0" y="2838616"/>
              <a:ext cx="12192000" cy="3442445"/>
            </a:xfrm>
            <a:prstGeom prst="rect">
              <a:avLst/>
            </a:prstGeom>
          </p:spPr>
        </p:pic>
      </p:grpSp>
      <p:sp>
        <p:nvSpPr>
          <p:cNvPr id="16" name="テキスト ボックス 15">
            <a:extLst>
              <a:ext uri="{FF2B5EF4-FFF2-40B4-BE49-F238E27FC236}">
                <a16:creationId xmlns:a16="http://schemas.microsoft.com/office/drawing/2014/main" id="{050E7BE4-E3F6-5B6B-18FF-6466EA1E0389}"/>
              </a:ext>
            </a:extLst>
          </p:cNvPr>
          <p:cNvSpPr txBox="1"/>
          <p:nvPr/>
        </p:nvSpPr>
        <p:spPr>
          <a:xfrm>
            <a:off x="1837650" y="2985752"/>
            <a:ext cx="8516700" cy="707886"/>
          </a:xfrm>
          <a:prstGeom prst="rect">
            <a:avLst/>
          </a:prstGeom>
          <a:noFill/>
        </p:spPr>
        <p:txBody>
          <a:bodyPr wrap="square" rtlCol="0">
            <a:spAutoFit/>
          </a:bodyPr>
          <a:lstStyle/>
          <a:p>
            <a:pPr algn="ctr"/>
            <a:r>
              <a:rPr kumimoji="1" lang="ja-JP" altLang="en-US" sz="4000" b="1" dirty="0">
                <a:solidFill>
                  <a:schemeClr val="bg1"/>
                </a:solidFill>
              </a:rPr>
              <a:t>元々の長軸像</a:t>
            </a:r>
          </a:p>
        </p:txBody>
      </p:sp>
    </p:spTree>
    <p:extLst>
      <p:ext uri="{BB962C8B-B14F-4D97-AF65-F5344CB8AC3E}">
        <p14:creationId xmlns:p14="http://schemas.microsoft.com/office/powerpoint/2010/main" val="1337917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80677-AC25-6A26-2CCB-38622E2D4B01}"/>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9A751856-1651-6BE2-BFF1-5D8AB8F87B43}"/>
              </a:ext>
            </a:extLst>
          </p:cNvPr>
          <p:cNvGrpSpPr/>
          <p:nvPr/>
        </p:nvGrpSpPr>
        <p:grpSpPr>
          <a:xfrm>
            <a:off x="0" y="288470"/>
            <a:ext cx="12192000" cy="6281061"/>
            <a:chOff x="0" y="0"/>
            <a:chExt cx="12192000" cy="6281061"/>
          </a:xfrm>
        </p:grpSpPr>
        <p:grpSp>
          <p:nvGrpSpPr>
            <p:cNvPr id="14" name="グループ化 13">
              <a:extLst>
                <a:ext uri="{FF2B5EF4-FFF2-40B4-BE49-F238E27FC236}">
                  <a16:creationId xmlns:a16="http://schemas.microsoft.com/office/drawing/2014/main" id="{E06EEADD-2291-75DA-F4F4-B8F898897B1B}"/>
                </a:ext>
              </a:extLst>
            </p:cNvPr>
            <p:cNvGrpSpPr/>
            <p:nvPr/>
          </p:nvGrpSpPr>
          <p:grpSpPr>
            <a:xfrm>
              <a:off x="0" y="0"/>
              <a:ext cx="12170419" cy="2965837"/>
              <a:chOff x="0" y="0"/>
              <a:chExt cx="11800629" cy="2875722"/>
            </a:xfrm>
          </p:grpSpPr>
          <p:pic>
            <p:nvPicPr>
              <p:cNvPr id="7" name="図 6">
                <a:extLst>
                  <a:ext uri="{FF2B5EF4-FFF2-40B4-BE49-F238E27FC236}">
                    <a16:creationId xmlns:a16="http://schemas.microsoft.com/office/drawing/2014/main" id="{088BF178-ED54-3942-785C-5685EB9699D5}"/>
                  </a:ext>
                </a:extLst>
              </p:cNvPr>
              <p:cNvPicPr>
                <a:picLocks noChangeAspect="1"/>
              </p:cNvPicPr>
              <p:nvPr/>
            </p:nvPicPr>
            <p:blipFill>
              <a:blip r:embed="rId2"/>
              <a:srcRect l="1780"/>
              <a:stretch>
                <a:fillRect/>
              </a:stretch>
            </p:blipFill>
            <p:spPr>
              <a:xfrm>
                <a:off x="0" y="0"/>
                <a:ext cx="2948176" cy="2862470"/>
              </a:xfrm>
              <a:prstGeom prst="rect">
                <a:avLst/>
              </a:prstGeom>
            </p:spPr>
          </p:pic>
          <p:pic>
            <p:nvPicPr>
              <p:cNvPr id="9" name="図 8">
                <a:extLst>
                  <a:ext uri="{FF2B5EF4-FFF2-40B4-BE49-F238E27FC236}">
                    <a16:creationId xmlns:a16="http://schemas.microsoft.com/office/drawing/2014/main" id="{3236042D-872B-B789-4481-E0F1F098EF73}"/>
                  </a:ext>
                </a:extLst>
              </p:cNvPr>
              <p:cNvPicPr>
                <a:picLocks noChangeAspect="1"/>
              </p:cNvPicPr>
              <p:nvPr/>
            </p:nvPicPr>
            <p:blipFill>
              <a:blip r:embed="rId3"/>
              <a:stretch>
                <a:fillRect/>
              </a:stretch>
            </p:blipFill>
            <p:spPr>
              <a:xfrm>
                <a:off x="2948176" y="0"/>
                <a:ext cx="2935357" cy="2862470"/>
              </a:xfrm>
              <a:prstGeom prst="rect">
                <a:avLst/>
              </a:prstGeom>
            </p:spPr>
          </p:pic>
          <p:pic>
            <p:nvPicPr>
              <p:cNvPr id="11" name="図 10">
                <a:extLst>
                  <a:ext uri="{FF2B5EF4-FFF2-40B4-BE49-F238E27FC236}">
                    <a16:creationId xmlns:a16="http://schemas.microsoft.com/office/drawing/2014/main" id="{B76728DB-4457-AD2F-813E-82A8F1273855}"/>
                  </a:ext>
                </a:extLst>
              </p:cNvPr>
              <p:cNvPicPr>
                <a:picLocks noChangeAspect="1"/>
              </p:cNvPicPr>
              <p:nvPr/>
            </p:nvPicPr>
            <p:blipFill>
              <a:blip r:embed="rId4"/>
              <a:stretch>
                <a:fillRect/>
              </a:stretch>
            </p:blipFill>
            <p:spPr>
              <a:xfrm>
                <a:off x="5883533" y="0"/>
                <a:ext cx="2975113" cy="2875722"/>
              </a:xfrm>
              <a:prstGeom prst="rect">
                <a:avLst/>
              </a:prstGeom>
            </p:spPr>
          </p:pic>
          <p:pic>
            <p:nvPicPr>
              <p:cNvPr id="13" name="図 12">
                <a:extLst>
                  <a:ext uri="{FF2B5EF4-FFF2-40B4-BE49-F238E27FC236}">
                    <a16:creationId xmlns:a16="http://schemas.microsoft.com/office/drawing/2014/main" id="{C4D45C70-8432-C572-0DCF-36C9F101A97F}"/>
                  </a:ext>
                </a:extLst>
              </p:cNvPr>
              <p:cNvPicPr>
                <a:picLocks noChangeAspect="1"/>
              </p:cNvPicPr>
              <p:nvPr/>
            </p:nvPicPr>
            <p:blipFill>
              <a:blip r:embed="rId5"/>
              <a:srcRect t="-1" b="1144"/>
              <a:stretch>
                <a:fillRect/>
              </a:stretch>
            </p:blipFill>
            <p:spPr>
              <a:xfrm>
                <a:off x="8858646" y="0"/>
                <a:ext cx="2941983" cy="2862470"/>
              </a:xfrm>
              <a:prstGeom prst="rect">
                <a:avLst/>
              </a:prstGeom>
            </p:spPr>
          </p:pic>
        </p:grpSp>
        <p:pic>
          <p:nvPicPr>
            <p:cNvPr id="5" name="図 4">
              <a:extLst>
                <a:ext uri="{FF2B5EF4-FFF2-40B4-BE49-F238E27FC236}">
                  <a16:creationId xmlns:a16="http://schemas.microsoft.com/office/drawing/2014/main" id="{0CE1AD1D-6204-371A-D03B-9D4A56B08021}"/>
                </a:ext>
              </a:extLst>
            </p:cNvPr>
            <p:cNvPicPr>
              <a:picLocks noChangeAspect="1"/>
            </p:cNvPicPr>
            <p:nvPr/>
          </p:nvPicPr>
          <p:blipFill>
            <a:blip r:embed="rId6"/>
            <a:srcRect t="1466"/>
            <a:stretch>
              <a:fillRect/>
            </a:stretch>
          </p:blipFill>
          <p:spPr>
            <a:xfrm>
              <a:off x="0" y="2838616"/>
              <a:ext cx="12192000" cy="3442445"/>
            </a:xfrm>
            <a:prstGeom prst="rect">
              <a:avLst/>
            </a:prstGeom>
          </p:spPr>
        </p:pic>
      </p:grpSp>
      <p:sp>
        <p:nvSpPr>
          <p:cNvPr id="2" name="星: 4 pt 1">
            <a:extLst>
              <a:ext uri="{FF2B5EF4-FFF2-40B4-BE49-F238E27FC236}">
                <a16:creationId xmlns:a16="http://schemas.microsoft.com/office/drawing/2014/main" id="{D510F8BE-8CCA-7D5F-A979-99BCEFB83CA2}"/>
              </a:ext>
            </a:extLst>
          </p:cNvPr>
          <p:cNvSpPr/>
          <p:nvPr/>
        </p:nvSpPr>
        <p:spPr>
          <a:xfrm rot="18900000">
            <a:off x="1569773" y="1645069"/>
            <a:ext cx="238972" cy="238972"/>
          </a:xfrm>
          <a:prstGeom prst="star4">
            <a:avLst/>
          </a:prstGeom>
          <a:solidFill>
            <a:srgbClr val="FF0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星: 4 pt 2">
            <a:extLst>
              <a:ext uri="{FF2B5EF4-FFF2-40B4-BE49-F238E27FC236}">
                <a16:creationId xmlns:a16="http://schemas.microsoft.com/office/drawing/2014/main" id="{3C9F2336-5E83-F296-E722-CCD07C732898}"/>
              </a:ext>
            </a:extLst>
          </p:cNvPr>
          <p:cNvSpPr/>
          <p:nvPr/>
        </p:nvSpPr>
        <p:spPr>
          <a:xfrm rot="18900000">
            <a:off x="4521935" y="1419313"/>
            <a:ext cx="238972" cy="238972"/>
          </a:xfrm>
          <a:prstGeom prst="star4">
            <a:avLst/>
          </a:prstGeom>
          <a:solidFill>
            <a:srgbClr val="FF0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星: 4 pt 3">
            <a:extLst>
              <a:ext uri="{FF2B5EF4-FFF2-40B4-BE49-F238E27FC236}">
                <a16:creationId xmlns:a16="http://schemas.microsoft.com/office/drawing/2014/main" id="{4B427DF9-1FE2-9576-7A2F-6EADAE1D5A30}"/>
              </a:ext>
            </a:extLst>
          </p:cNvPr>
          <p:cNvSpPr/>
          <p:nvPr/>
        </p:nvSpPr>
        <p:spPr>
          <a:xfrm rot="18900000">
            <a:off x="7651567" y="1588293"/>
            <a:ext cx="238972" cy="238972"/>
          </a:xfrm>
          <a:prstGeom prst="star4">
            <a:avLst/>
          </a:prstGeom>
          <a:solidFill>
            <a:srgbClr val="FF0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星: 4 pt 5">
            <a:extLst>
              <a:ext uri="{FF2B5EF4-FFF2-40B4-BE49-F238E27FC236}">
                <a16:creationId xmlns:a16="http://schemas.microsoft.com/office/drawing/2014/main" id="{41F42260-6A7E-0D99-4034-690EB8F6936A}"/>
              </a:ext>
            </a:extLst>
          </p:cNvPr>
          <p:cNvSpPr/>
          <p:nvPr/>
        </p:nvSpPr>
        <p:spPr>
          <a:xfrm rot="18900000">
            <a:off x="10702825" y="1820880"/>
            <a:ext cx="238972" cy="238972"/>
          </a:xfrm>
          <a:prstGeom prst="star4">
            <a:avLst/>
          </a:prstGeom>
          <a:solidFill>
            <a:srgbClr val="FF0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1E488026-2DF2-EB28-2FB1-E7CF9C762288}"/>
              </a:ext>
            </a:extLst>
          </p:cNvPr>
          <p:cNvSpPr txBox="1"/>
          <p:nvPr/>
        </p:nvSpPr>
        <p:spPr>
          <a:xfrm>
            <a:off x="1837650" y="2985752"/>
            <a:ext cx="8516700" cy="707886"/>
          </a:xfrm>
          <a:prstGeom prst="rect">
            <a:avLst/>
          </a:prstGeom>
          <a:noFill/>
        </p:spPr>
        <p:txBody>
          <a:bodyPr wrap="square" rtlCol="0">
            <a:spAutoFit/>
          </a:bodyPr>
          <a:lstStyle/>
          <a:p>
            <a:pPr algn="ctr"/>
            <a:r>
              <a:rPr lang="ja-JP" altLang="en-US" sz="4000" b="1" dirty="0">
                <a:solidFill>
                  <a:schemeClr val="bg1"/>
                </a:solidFill>
              </a:rPr>
              <a:t>新たな中心点を　の位置に設定</a:t>
            </a:r>
            <a:endParaRPr kumimoji="1" lang="ja-JP" altLang="en-US" sz="4000" b="1" dirty="0">
              <a:solidFill>
                <a:schemeClr val="bg1"/>
              </a:solidFill>
            </a:endParaRPr>
          </a:p>
        </p:txBody>
      </p:sp>
      <p:sp>
        <p:nvSpPr>
          <p:cNvPr id="10" name="星: 4 pt 9">
            <a:extLst>
              <a:ext uri="{FF2B5EF4-FFF2-40B4-BE49-F238E27FC236}">
                <a16:creationId xmlns:a16="http://schemas.microsoft.com/office/drawing/2014/main" id="{A10DAC66-B61F-328A-69D0-DF5890EF55FD}"/>
              </a:ext>
            </a:extLst>
          </p:cNvPr>
          <p:cNvSpPr/>
          <p:nvPr/>
        </p:nvSpPr>
        <p:spPr>
          <a:xfrm rot="18900000">
            <a:off x="6059949" y="3022202"/>
            <a:ext cx="634986" cy="634986"/>
          </a:xfrm>
          <a:prstGeom prst="star4">
            <a:avLst/>
          </a:prstGeom>
          <a:solidFill>
            <a:srgbClr val="FF0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11197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A0FE7-521C-572A-7700-F37C81162960}"/>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D165C714-393F-96B3-EED8-5C33E599C775}"/>
              </a:ext>
            </a:extLst>
          </p:cNvPr>
          <p:cNvPicPr>
            <a:picLocks noChangeAspect="1"/>
          </p:cNvPicPr>
          <p:nvPr/>
        </p:nvPicPr>
        <p:blipFill>
          <a:blip r:embed="rId2"/>
          <a:srcRect t="1466"/>
          <a:stretch>
            <a:fillRect/>
          </a:stretch>
        </p:blipFill>
        <p:spPr>
          <a:xfrm>
            <a:off x="0" y="3127086"/>
            <a:ext cx="12192000" cy="3442445"/>
          </a:xfrm>
          <a:prstGeom prst="rect">
            <a:avLst/>
          </a:prstGeom>
        </p:spPr>
      </p:pic>
      <p:grpSp>
        <p:nvGrpSpPr>
          <p:cNvPr id="8" name="グループ化 7">
            <a:extLst>
              <a:ext uri="{FF2B5EF4-FFF2-40B4-BE49-F238E27FC236}">
                <a16:creationId xmlns:a16="http://schemas.microsoft.com/office/drawing/2014/main" id="{F6A2CA75-4473-A4C3-DB6A-39D0B9FD31F6}"/>
              </a:ext>
            </a:extLst>
          </p:cNvPr>
          <p:cNvGrpSpPr/>
          <p:nvPr/>
        </p:nvGrpSpPr>
        <p:grpSpPr>
          <a:xfrm>
            <a:off x="-28414" y="231693"/>
            <a:ext cx="3040561" cy="2952170"/>
            <a:chOff x="0" y="288470"/>
            <a:chExt cx="3040561" cy="2952170"/>
          </a:xfrm>
        </p:grpSpPr>
        <p:pic>
          <p:nvPicPr>
            <p:cNvPr id="7" name="図 6">
              <a:extLst>
                <a:ext uri="{FF2B5EF4-FFF2-40B4-BE49-F238E27FC236}">
                  <a16:creationId xmlns:a16="http://schemas.microsoft.com/office/drawing/2014/main" id="{479B6B52-0A94-943D-0FF5-BFAE6215784A}"/>
                </a:ext>
              </a:extLst>
            </p:cNvPr>
            <p:cNvPicPr>
              <a:picLocks noChangeAspect="1"/>
            </p:cNvPicPr>
            <p:nvPr/>
          </p:nvPicPr>
          <p:blipFill>
            <a:blip r:embed="rId3"/>
            <a:srcRect l="1780"/>
            <a:stretch>
              <a:fillRect/>
            </a:stretch>
          </p:blipFill>
          <p:spPr>
            <a:xfrm>
              <a:off x="0" y="288470"/>
              <a:ext cx="3040561" cy="2952170"/>
            </a:xfrm>
            <a:prstGeom prst="rect">
              <a:avLst/>
            </a:prstGeom>
          </p:spPr>
        </p:pic>
        <p:sp>
          <p:nvSpPr>
            <p:cNvPr id="2" name="星: 4 pt 1">
              <a:extLst>
                <a:ext uri="{FF2B5EF4-FFF2-40B4-BE49-F238E27FC236}">
                  <a16:creationId xmlns:a16="http://schemas.microsoft.com/office/drawing/2014/main" id="{AEA190CB-968F-18AE-1D43-D5ABBF6D5654}"/>
                </a:ext>
              </a:extLst>
            </p:cNvPr>
            <p:cNvSpPr/>
            <p:nvPr/>
          </p:nvSpPr>
          <p:spPr>
            <a:xfrm rot="18900000">
              <a:off x="1569773" y="1645069"/>
              <a:ext cx="238972" cy="238972"/>
            </a:xfrm>
            <a:prstGeom prst="star4">
              <a:avLst/>
            </a:prstGeom>
            <a:solidFill>
              <a:srgbClr val="FF0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 name="グループ化 9">
            <a:extLst>
              <a:ext uri="{FF2B5EF4-FFF2-40B4-BE49-F238E27FC236}">
                <a16:creationId xmlns:a16="http://schemas.microsoft.com/office/drawing/2014/main" id="{325E56B7-D4D4-804C-8D92-1B2730841EA1}"/>
              </a:ext>
            </a:extLst>
          </p:cNvPr>
          <p:cNvGrpSpPr/>
          <p:nvPr/>
        </p:nvGrpSpPr>
        <p:grpSpPr>
          <a:xfrm>
            <a:off x="2927439" y="448442"/>
            <a:ext cx="3027341" cy="2952170"/>
            <a:chOff x="3040561" y="288470"/>
            <a:chExt cx="3027341" cy="2952170"/>
          </a:xfrm>
        </p:grpSpPr>
        <p:pic>
          <p:nvPicPr>
            <p:cNvPr id="9" name="図 8">
              <a:extLst>
                <a:ext uri="{FF2B5EF4-FFF2-40B4-BE49-F238E27FC236}">
                  <a16:creationId xmlns:a16="http://schemas.microsoft.com/office/drawing/2014/main" id="{6D4CD9A1-4C92-82E7-36D0-4D15249C9E8E}"/>
                </a:ext>
              </a:extLst>
            </p:cNvPr>
            <p:cNvPicPr>
              <a:picLocks noChangeAspect="1"/>
            </p:cNvPicPr>
            <p:nvPr/>
          </p:nvPicPr>
          <p:blipFill>
            <a:blip r:embed="rId4"/>
            <a:stretch>
              <a:fillRect/>
            </a:stretch>
          </p:blipFill>
          <p:spPr>
            <a:xfrm>
              <a:off x="3040561" y="288470"/>
              <a:ext cx="3027341" cy="2952170"/>
            </a:xfrm>
            <a:prstGeom prst="rect">
              <a:avLst/>
            </a:prstGeom>
          </p:spPr>
        </p:pic>
        <p:sp>
          <p:nvSpPr>
            <p:cNvPr id="3" name="星: 4 pt 2">
              <a:extLst>
                <a:ext uri="{FF2B5EF4-FFF2-40B4-BE49-F238E27FC236}">
                  <a16:creationId xmlns:a16="http://schemas.microsoft.com/office/drawing/2014/main" id="{4CA81EA2-1660-A6D5-2558-0698BEB7061C}"/>
                </a:ext>
              </a:extLst>
            </p:cNvPr>
            <p:cNvSpPr/>
            <p:nvPr/>
          </p:nvSpPr>
          <p:spPr>
            <a:xfrm rot="18900000">
              <a:off x="4521935" y="1419313"/>
              <a:ext cx="238972" cy="238972"/>
            </a:xfrm>
            <a:prstGeom prst="star4">
              <a:avLst/>
            </a:prstGeom>
            <a:solidFill>
              <a:srgbClr val="FF0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8" name="グループ化 17">
            <a:extLst>
              <a:ext uri="{FF2B5EF4-FFF2-40B4-BE49-F238E27FC236}">
                <a16:creationId xmlns:a16="http://schemas.microsoft.com/office/drawing/2014/main" id="{9727CD3A-5935-0B45-E2EB-7B8F7321D040}"/>
              </a:ext>
            </a:extLst>
          </p:cNvPr>
          <p:cNvGrpSpPr/>
          <p:nvPr/>
        </p:nvGrpSpPr>
        <p:grpSpPr>
          <a:xfrm>
            <a:off x="5968000" y="288469"/>
            <a:ext cx="3068343" cy="2965837"/>
            <a:chOff x="6067902" y="288470"/>
            <a:chExt cx="3068343" cy="2965837"/>
          </a:xfrm>
        </p:grpSpPr>
        <p:pic>
          <p:nvPicPr>
            <p:cNvPr id="11" name="図 10">
              <a:extLst>
                <a:ext uri="{FF2B5EF4-FFF2-40B4-BE49-F238E27FC236}">
                  <a16:creationId xmlns:a16="http://schemas.microsoft.com/office/drawing/2014/main" id="{296ECE46-EF54-4B75-161F-18385D15520D}"/>
                </a:ext>
              </a:extLst>
            </p:cNvPr>
            <p:cNvPicPr>
              <a:picLocks noChangeAspect="1"/>
            </p:cNvPicPr>
            <p:nvPr/>
          </p:nvPicPr>
          <p:blipFill>
            <a:blip r:embed="rId5"/>
            <a:stretch>
              <a:fillRect/>
            </a:stretch>
          </p:blipFill>
          <p:spPr>
            <a:xfrm>
              <a:off x="6067902" y="288470"/>
              <a:ext cx="3068343" cy="2965837"/>
            </a:xfrm>
            <a:prstGeom prst="rect">
              <a:avLst/>
            </a:prstGeom>
          </p:spPr>
        </p:pic>
        <p:sp>
          <p:nvSpPr>
            <p:cNvPr id="4" name="星: 4 pt 3">
              <a:extLst>
                <a:ext uri="{FF2B5EF4-FFF2-40B4-BE49-F238E27FC236}">
                  <a16:creationId xmlns:a16="http://schemas.microsoft.com/office/drawing/2014/main" id="{FCBE2A3E-16C1-8461-F8FC-E9DDB977A053}"/>
                </a:ext>
              </a:extLst>
            </p:cNvPr>
            <p:cNvSpPr/>
            <p:nvPr/>
          </p:nvSpPr>
          <p:spPr>
            <a:xfrm rot="18900000">
              <a:off x="7651567" y="1588293"/>
              <a:ext cx="238972" cy="238972"/>
            </a:xfrm>
            <a:prstGeom prst="star4">
              <a:avLst/>
            </a:prstGeom>
            <a:solidFill>
              <a:srgbClr val="FF0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 name="グループ化 18">
            <a:extLst>
              <a:ext uri="{FF2B5EF4-FFF2-40B4-BE49-F238E27FC236}">
                <a16:creationId xmlns:a16="http://schemas.microsoft.com/office/drawing/2014/main" id="{70DAC578-4FB6-3335-15AB-512350CBC0D1}"/>
              </a:ext>
            </a:extLst>
          </p:cNvPr>
          <p:cNvGrpSpPr/>
          <p:nvPr/>
        </p:nvGrpSpPr>
        <p:grpSpPr>
          <a:xfrm>
            <a:off x="9010535" y="62714"/>
            <a:ext cx="3034174" cy="2952170"/>
            <a:chOff x="9136245" y="288470"/>
            <a:chExt cx="3034174" cy="2952170"/>
          </a:xfrm>
        </p:grpSpPr>
        <p:pic>
          <p:nvPicPr>
            <p:cNvPr id="13" name="図 12">
              <a:extLst>
                <a:ext uri="{FF2B5EF4-FFF2-40B4-BE49-F238E27FC236}">
                  <a16:creationId xmlns:a16="http://schemas.microsoft.com/office/drawing/2014/main" id="{B9F5411B-C01F-095B-4B66-AEA89EE56713}"/>
                </a:ext>
              </a:extLst>
            </p:cNvPr>
            <p:cNvPicPr>
              <a:picLocks noChangeAspect="1"/>
            </p:cNvPicPr>
            <p:nvPr/>
          </p:nvPicPr>
          <p:blipFill>
            <a:blip r:embed="rId6"/>
            <a:srcRect t="-1" b="1144"/>
            <a:stretch>
              <a:fillRect/>
            </a:stretch>
          </p:blipFill>
          <p:spPr>
            <a:xfrm>
              <a:off x="9136245" y="288470"/>
              <a:ext cx="3034174" cy="2952170"/>
            </a:xfrm>
            <a:prstGeom prst="rect">
              <a:avLst/>
            </a:prstGeom>
          </p:spPr>
        </p:pic>
        <p:sp>
          <p:nvSpPr>
            <p:cNvPr id="6" name="星: 4 pt 5">
              <a:extLst>
                <a:ext uri="{FF2B5EF4-FFF2-40B4-BE49-F238E27FC236}">
                  <a16:creationId xmlns:a16="http://schemas.microsoft.com/office/drawing/2014/main" id="{F70431EE-0828-EFD6-D23E-E3E7CC1DD801}"/>
                </a:ext>
              </a:extLst>
            </p:cNvPr>
            <p:cNvSpPr/>
            <p:nvPr/>
          </p:nvSpPr>
          <p:spPr>
            <a:xfrm rot="18900000">
              <a:off x="10702825" y="1820880"/>
              <a:ext cx="238972" cy="238972"/>
            </a:xfrm>
            <a:prstGeom prst="star4">
              <a:avLst/>
            </a:prstGeom>
            <a:solidFill>
              <a:srgbClr val="FF0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ボックス 20">
            <a:extLst>
              <a:ext uri="{FF2B5EF4-FFF2-40B4-BE49-F238E27FC236}">
                <a16:creationId xmlns:a16="http://schemas.microsoft.com/office/drawing/2014/main" id="{CF0F29D3-3B27-279B-9287-8FAA50691F8A}"/>
              </a:ext>
            </a:extLst>
          </p:cNvPr>
          <p:cNvSpPr txBox="1"/>
          <p:nvPr/>
        </p:nvSpPr>
        <p:spPr>
          <a:xfrm>
            <a:off x="1733954" y="3869269"/>
            <a:ext cx="9540503" cy="1938992"/>
          </a:xfrm>
          <a:prstGeom prst="rect">
            <a:avLst/>
          </a:prstGeom>
          <a:noFill/>
        </p:spPr>
        <p:txBody>
          <a:bodyPr wrap="square" rtlCol="0">
            <a:spAutoFit/>
          </a:bodyPr>
          <a:lstStyle/>
          <a:p>
            <a:r>
              <a:rPr kumimoji="1" lang="ja-JP" altLang="en-US" sz="4000" b="1" dirty="0">
                <a:solidFill>
                  <a:schemeClr val="bg1"/>
                </a:solidFill>
              </a:rPr>
              <a:t>新たな中心点を一直線上に位置</a:t>
            </a:r>
            <a:endParaRPr kumimoji="1" lang="en-US" altLang="ja-JP" sz="4000" b="1" dirty="0">
              <a:solidFill>
                <a:schemeClr val="bg1"/>
              </a:solidFill>
            </a:endParaRPr>
          </a:p>
          <a:p>
            <a:r>
              <a:rPr kumimoji="1" lang="ja-JP" altLang="en-US" sz="4000" b="1" dirty="0">
                <a:solidFill>
                  <a:schemeClr val="bg1"/>
                </a:solidFill>
              </a:rPr>
              <a:t>新中心点の間の画像は荷重平均で補完新たな中心線を基にした長軸画像を作成</a:t>
            </a:r>
          </a:p>
        </p:txBody>
      </p:sp>
    </p:spTree>
    <p:extLst>
      <p:ext uri="{BB962C8B-B14F-4D97-AF65-F5344CB8AC3E}">
        <p14:creationId xmlns:p14="http://schemas.microsoft.com/office/powerpoint/2010/main" val="240849250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40</Words>
  <Application>Microsoft Office PowerPoint</Application>
  <PresentationFormat>ワイド画面</PresentationFormat>
  <Paragraphs>4</Paragraphs>
  <Slides>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vt:i4>
      </vt:variant>
    </vt:vector>
  </HeadingPairs>
  <TitlesOfParts>
    <vt:vector size="7"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暁 角辻</dc:creator>
  <cp:lastModifiedBy>暁 角辻</cp:lastModifiedBy>
  <cp:revision>3</cp:revision>
  <dcterms:created xsi:type="dcterms:W3CDTF">2026-05-26T02:14:14Z</dcterms:created>
  <dcterms:modified xsi:type="dcterms:W3CDTF">2026-05-26T02:44:34Z</dcterms:modified>
</cp:coreProperties>
</file>